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JANUS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Understanding &amp; Fixing Web Vulnerabilities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training series for Blue Team defenders and Red Team attackers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6400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640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713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 ·  BLUE TEAM  ·  SECURE-BY-DESIGN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Covering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vulnerability classes — how each one is built, how it's exploited, and how it's fixed.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12264"/>
            <a:ext cx="548640" cy="548640"/>
          </a:xfrm>
          <a:prstGeom prst="ellipse">
            <a:avLst/>
          </a:prstGeom>
          <a:solidFill>
            <a:srgbClr val="DEF7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842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4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9842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Passwords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3500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and checking credentials with no hashing at all.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966960" y="22037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044952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282696"/>
            <a:ext cx="548640" cy="548640"/>
          </a:xfrm>
          <a:prstGeom prst="ellipse">
            <a:avLst/>
          </a:prstGeom>
          <a:solidFill>
            <a:srgbClr val="FBE3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282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⌛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154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4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3154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Hash Cracking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3520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Weak, unsalted hashes fall to automated guessing.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66960" y="33741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FILES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215384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453128"/>
            <a:ext cx="548640" cy="548640"/>
          </a:xfrm>
          <a:prstGeom prst="ellipse">
            <a:avLst/>
          </a:prstGeom>
          <a:solidFill>
            <a:srgbClr val="FBE3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3251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4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2240280" y="43251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240280" y="46908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Unsanitized input lets attackers talk directly to the database.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966960" y="45445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FILES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385816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5623560"/>
            <a:ext cx="548640" cy="548640"/>
          </a:xfrm>
          <a:prstGeom prst="ellipse">
            <a:avLst/>
          </a:prstGeom>
          <a:solidFill>
            <a:srgbClr val="DEF7F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623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4955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4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2240280" y="549554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Wrap-Up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2240280" y="586130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principles that stop all three attacks.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5715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Janus — Part 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2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46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Plain-Text Passwords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206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1 — what happens when a login check has no server, no hashing, and no secrets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static HTML page — no backend, no database.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sign-in form is plain HTML — a username field and a password field.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"Sign in" runs a JavaScript function in the browser.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function compares the typed values to two constants baked into the page's own source code.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match, the page just shows a "success" div. Nothing is ever sent to a server.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600200"/>
            <a:ext cx="4754880" cy="4206240"/>
          </a:xfrm>
          <a:prstGeom prst="roundRect">
            <a:avLst>
              <a:gd name="adj" fmla="val 1304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website1.html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2148840"/>
            <a:ext cx="4343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CORRECT_USER = "user1";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CORRECT_PASS =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"cryptX{b@s1c_webs1te_h@ck1ng}";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tryLogin()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(u === CORRECT_USER &amp;&amp;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 === CORRECT_PASS)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showSuccess();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F9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33488" y="2450592"/>
            <a:ext cx="3822192" cy="384048"/>
          </a:xfrm>
          <a:prstGeom prst="roundRect">
            <a:avLst>
              <a:gd name="adj" fmla="val 9524"/>
            </a:avLst>
          </a:prstGeom>
          <a:solidFill>
            <a:srgbClr val="E63946">
              <a:alpha val="1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Plain-Text Passwords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BE3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Team — Exploiting It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guessing required — the answer is sitting in the page itself.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51760" cy="3931920"/>
          </a:xfrm>
          <a:prstGeom prst="roundRect">
            <a:avLst>
              <a:gd name="adj" fmla="val 2069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63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the page → "View Page Source" or press F12 to open the browser's developer tools.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1737360"/>
            <a:ext cx="2651760" cy="3931920"/>
          </a:xfrm>
          <a:prstGeom prst="roundRect">
            <a:avLst>
              <a:gd name="adj" fmla="val 2069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1188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script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063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to the &lt;script&gt; block — every line of client-side logic ships to the visitor as plain text.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2651760" cy="3931920"/>
          </a:xfrm>
          <a:prstGeom prst="roundRect">
            <a:avLst>
              <a:gd name="adj" fmla="val 2069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9224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constants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063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CORRECT_USER and CORRECT_PASS are declared right there, unobfuscated, in cleartext.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89720" y="1737360"/>
            <a:ext cx="2651760" cy="3931920"/>
          </a:xfrm>
          <a:prstGeom prst="roundRect">
            <a:avLst>
              <a:gd name="adj" fmla="val 2069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37260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37260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straight in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372600" y="3063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values back into the form. The "check" was never a security boundary — it was a suggestion.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Plain-Text Passwords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DEF7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Team — Why This Happens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FBE3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3898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placed in the client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0136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runs in the browser is fully visible and fully editable by the visitor — including this page's own "security" check.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384048" cy="384048"/>
          </a:xfrm>
          <a:prstGeom prst="ellipse">
            <a:avLst/>
          </a:prstGeom>
          <a:solidFill>
            <a:srgbClr val="FBE3E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5603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round-trip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9718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backend to hold a secret. The comparison happens entirely in code the user's machine already has.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384048" cy="384048"/>
          </a:xfrm>
          <a:prstGeom prst="ellipse">
            <a:avLst/>
          </a:prstGeom>
          <a:solidFill>
            <a:srgbClr val="FBE3E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7307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shipped in the bundle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14223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 real credential as a JS constant is the same as writing it on a sticky note taped to the front door.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FBE3E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9011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hashing at all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5312664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this ran on a server, storing the password as plain text means one database leak exposes every account.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Plain-Text Passwords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DEF7F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Team — The Fix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changes that turn this into a real authentication system.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1033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01168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auth to the server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88920"/>
            <a:ext cx="22494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only ever sends credentials over HTTPS; a backend does the real check.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1033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30168" y="201168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+ salt every password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2788920"/>
            <a:ext cx="22494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bcrypt, scrypt, or Argon2 — never store or compare plain text.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1033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01168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ship secrets client-side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2788920"/>
            <a:ext cx="22494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in the JS bundle, assume every visitor can read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89720" y="182880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1033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90888" y="201168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login attempts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390888" y="2788920"/>
            <a:ext cx="22494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 or lock out repeated failed logins to blunt automated attacks.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8920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buNone/>
            </a:pPr>
            <a:r>
              <a:rPr lang="en-US" sz="130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check decides whether someone is authenticated, it must run on a server you control — never in code you handed the attacker.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Plain-Text Passwords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&amp; After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login form, two completely different security postures.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VULNERABLE (client-side)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B8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entirely in the browser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B8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CORRECT_PASS = "hunter2";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B8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(input === CORRECT_PASS)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B8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grantAccess();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B8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involved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readable in page source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weakness for every user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FIXED (server-side)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945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F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on a server you control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FF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hash = await bcrypt.hash(pw, 12);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FF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ok = await bcrypt.compare(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FF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input, storedHash);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FF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(ok) issueSessionToken();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79476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salted hash is stored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password never persisted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 doesn't reveal real passwords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Plain-Text Passwords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2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46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Brute-Force Hash Cracking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206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2 — reserved for your files. Drop in the code and this section fills in automatically.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2 — Content Coming Soon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section will follow the same four-part structure as Website 1.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3931920"/>
          </a:xfrm>
          <a:prstGeom prst="roundRect">
            <a:avLst>
              <a:gd name="adj" fmla="val 2069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623060" y="1965960"/>
            <a:ext cx="502920" cy="502920"/>
          </a:xfrm>
          <a:prstGeom prst="ellipse">
            <a:avLst/>
          </a:prstGeom>
          <a:solidFill>
            <a:srgbClr val="FBE3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230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461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code — where the hash comes from and how it's checked.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737360"/>
            <a:ext cx="2651760" cy="3931920"/>
          </a:xfrm>
          <a:prstGeom prst="roundRect">
            <a:avLst>
              <a:gd name="adj" fmla="val 2069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503420" y="1965960"/>
            <a:ext cx="502920" cy="502920"/>
          </a:xfrm>
          <a:prstGeom prst="ellipse">
            <a:avLst/>
          </a:prstGeom>
          <a:solidFill>
            <a:srgbClr val="FBE3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34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— Exploiting It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2461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cracking approach: tool, wordlist or brute-force method, and why it works.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2651760" cy="3931920"/>
          </a:xfrm>
          <a:prstGeom prst="roundRect">
            <a:avLst>
              <a:gd name="adj" fmla="val 2069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83780" y="1965960"/>
            <a:ext cx="502920" cy="502920"/>
          </a:xfrm>
          <a:prstGeom prst="ellipse">
            <a:avLst/>
          </a:prstGeom>
          <a:solidFill>
            <a:srgbClr val="FBE3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837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— Why This Happens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2461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 — weak algorithm, no salt, no rate limiting, etc.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1737360"/>
            <a:ext cx="2651760" cy="3931920"/>
          </a:xfrm>
          <a:prstGeom prst="roundRect">
            <a:avLst>
              <a:gd name="adj" fmla="val 2069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264140" y="1965960"/>
            <a:ext cx="502920" cy="502920"/>
          </a:xfrm>
          <a:prstGeom prst="ellipse">
            <a:avLst/>
          </a:prstGeom>
          <a:solidFill>
            <a:srgbClr val="FBE3E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2641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— The Fix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32461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concrete change: stronger hashing, salting, and defense in depth.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reserved, add your files to complete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2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46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206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3 — reserved for your files. Drop in the code and this section fills in automatically.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3 — Content Coming Soon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section will follow the same four-part structure as Website 1.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3931920"/>
          </a:xfrm>
          <a:prstGeom prst="roundRect">
            <a:avLst>
              <a:gd name="adj" fmla="val 2069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623060" y="1965960"/>
            <a:ext cx="502920" cy="502920"/>
          </a:xfrm>
          <a:prstGeom prst="ellipse">
            <a:avLst/>
          </a:prstGeom>
          <a:solidFill>
            <a:srgbClr val="FBE3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230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461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code — where the hash comes from and how it's checked.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737360"/>
            <a:ext cx="2651760" cy="3931920"/>
          </a:xfrm>
          <a:prstGeom prst="roundRect">
            <a:avLst>
              <a:gd name="adj" fmla="val 2069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503420" y="1965960"/>
            <a:ext cx="502920" cy="502920"/>
          </a:xfrm>
          <a:prstGeom prst="ellipse">
            <a:avLst/>
          </a:prstGeom>
          <a:solidFill>
            <a:srgbClr val="FBE3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34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— Exploiting It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2461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cracking approach: tool, wordlist or brute-force method, and why it works.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2651760" cy="3931920"/>
          </a:xfrm>
          <a:prstGeom prst="roundRect">
            <a:avLst>
              <a:gd name="adj" fmla="val 2069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383780" y="1965960"/>
            <a:ext cx="502920" cy="502920"/>
          </a:xfrm>
          <a:prstGeom prst="ellipse">
            <a:avLst/>
          </a:prstGeom>
          <a:solidFill>
            <a:srgbClr val="FBE3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837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— Why This Happens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2461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 — weak algorithm, no salt, no rate limiting, etc.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1737360"/>
            <a:ext cx="2651760" cy="3931920"/>
          </a:xfrm>
          <a:prstGeom prst="roundRect">
            <a:avLst>
              <a:gd name="adj" fmla="val 2069"/>
            </a:avLst>
          </a:prstGeom>
          <a:solidFill>
            <a:srgbClr val="141D33"/>
          </a:solidFill>
          <a:ln w="12700">
            <a:solidFill>
              <a:srgbClr val="26335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264140" y="1965960"/>
            <a:ext cx="502920" cy="502920"/>
          </a:xfrm>
          <a:prstGeom prst="ellipse">
            <a:avLst/>
          </a:prstGeom>
          <a:solidFill>
            <a:srgbClr val="FBE3E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2641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— The Fix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32461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concrete change: stronger hashing, salting, and defense in depth.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reserved, add your files to complete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Defense-in-Depth: The Common Thread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vulnerability in this series traces back to one of these principles being skipped.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51760" cy="3840480"/>
          </a:xfrm>
          <a:prstGeom prst="roundRect">
            <a:avLst>
              <a:gd name="adj" fmla="val 2069"/>
            </a:avLst>
          </a:prstGeom>
          <a:solidFill>
            <a:srgbClr val="121A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9260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the client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61188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check that only runs in the browser can be read, edited, or skipped entirely.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874520"/>
            <a:ext cx="2651760" cy="3840480"/>
          </a:xfrm>
          <a:prstGeom prst="roundRect">
            <a:avLst>
              <a:gd name="adj" fmla="val 2069"/>
            </a:avLst>
          </a:prstGeom>
          <a:solidFill>
            <a:srgbClr val="121A2E"/>
          </a:solidFill>
          <a:ln/>
        </p:spPr>
      </p:sp>
      <p:sp>
        <p:nvSpPr>
          <p:cNvPr id="10" name="Shape 8"/>
          <p:cNvSpPr/>
          <p:nvPr/>
        </p:nvSpPr>
        <p:spPr>
          <a:xfrm>
            <a:off x="3703320" y="214884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0332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🧂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29260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and salt secrets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361188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stored as irreversible, uniquely-salted hashes — never as plain text.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874520"/>
            <a:ext cx="2651760" cy="3840480"/>
          </a:xfrm>
          <a:prstGeom prst="roundRect">
            <a:avLst>
              <a:gd name="adj" fmla="val 2069"/>
            </a:avLst>
          </a:prstGeom>
          <a:solidFill>
            <a:srgbClr val="12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214884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510528" y="29260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 every query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361188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is data, never code — prepared statements keep the two separate.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89720" y="1874520"/>
            <a:ext cx="2651760" cy="3840480"/>
          </a:xfrm>
          <a:prstGeom prst="roundRect">
            <a:avLst>
              <a:gd name="adj" fmla="val 2069"/>
            </a:avLst>
          </a:prstGeom>
          <a:solidFill>
            <a:srgbClr val="121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9464040" y="214884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6404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390888" y="29260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your defenses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361188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least privilege, and validation each catch what the others miss.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Janus — Part 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46304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16636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 for Learning with Project Janus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33832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vulnerability here is real, common, and fixable. The goal isn't to memorize exploits — it's to build the instinct to ask "where else could this be trusted too much?"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4297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drop in Website 2 and Website 3, and their sections will build out to match.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2026-08-28T18:58:03Z</dcterms:created>
  <dcterms:modified xsi:type="dcterms:W3CDTF">2026-08-28T18:58:03Z</dcterms:modified>
</cp:coreProperties>
</file>